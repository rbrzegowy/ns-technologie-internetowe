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7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560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5173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6304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827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053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610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096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50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780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4141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5428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87E60-341D-4F53-9505-5634B3488184}" type="datetimeFigureOut">
              <a:rPr lang="pl-PL" smtClean="0"/>
              <a:t>17.05.2017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0B117-04EE-4D8E-A489-FADF94B2167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7798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odepen.io/dudleystorey/pen/Kgofa" TargetMode="External"/><Relationship Id="rId2" Type="http://schemas.openxmlformats.org/officeDocument/2006/relationships/hyperlink" Target="https://css-tricks.com/snippets/css/a-guide-to-flexbox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odepen.io/justd/pen/yydezN" TargetMode="External"/><Relationship Id="rId4" Type="http://schemas.openxmlformats.org/officeDocument/2006/relationships/hyperlink" Target="http://codepen.io/enxaneta/pen/adLPw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Flexbox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65729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 co?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Pomoc w:</a:t>
            </a:r>
          </a:p>
          <a:p>
            <a:pPr lvl="1"/>
            <a:r>
              <a:rPr lang="pl-PL" dirty="0"/>
              <a:t>układaniu elementów</a:t>
            </a:r>
          </a:p>
          <a:p>
            <a:pPr lvl="1"/>
            <a:r>
              <a:rPr lang="pl-PL" dirty="0"/>
              <a:t>wyrównaniu elementów</a:t>
            </a:r>
          </a:p>
          <a:p>
            <a:pPr lvl="1"/>
            <a:r>
              <a:rPr lang="pl-PL" dirty="0"/>
              <a:t>gospodarowania przestrzenią pomiędzy elementami </a:t>
            </a:r>
          </a:p>
          <a:p>
            <a:pPr lvl="1"/>
            <a:endParaRPr lang="pl-PL" dirty="0"/>
          </a:p>
          <a:p>
            <a:pPr lvl="1"/>
            <a:endParaRPr lang="pl-PL" dirty="0"/>
          </a:p>
          <a:p>
            <a:r>
              <a:rPr lang="pl-PL" dirty="0" err="1"/>
              <a:t>Flexbox</a:t>
            </a:r>
            <a:r>
              <a:rPr lang="pl-PL" dirty="0"/>
              <a:t> model działa również w przypadku nieznanej lub dynamicznej szerokości/wysokości elementów.</a:t>
            </a:r>
          </a:p>
          <a:p>
            <a:r>
              <a:rPr lang="pl-PL" dirty="0"/>
              <a:t>Odpowiedni do niedużych zastosowań. Do większych: CSS </a:t>
            </a:r>
            <a:r>
              <a:rPr lang="pl-PL" dirty="0" err="1"/>
              <a:t>Grid</a:t>
            </a:r>
            <a:r>
              <a:rPr lang="pl-PL" dirty="0"/>
              <a:t> Layout</a:t>
            </a:r>
          </a:p>
        </p:txBody>
      </p:sp>
    </p:spTree>
    <p:extLst>
      <p:ext uri="{BB962C8B-B14F-4D97-AF65-F5344CB8AC3E}">
        <p14:creationId xmlns:p14="http://schemas.microsoft.com/office/powerpoint/2010/main" val="129873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Zasada działania	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Pojemnik zarządza szer./wys. elementów podrzędnych dla spełnienia założonych warunków (np. stałych odstępów pomiędzy elementami)</a:t>
            </a:r>
          </a:p>
          <a:p>
            <a:r>
              <a:rPr lang="pl-PL" dirty="0"/>
              <a:t>Świetnie sprawdza się w RWD</a:t>
            </a:r>
          </a:p>
          <a:p>
            <a:r>
              <a:rPr lang="pl-PL" dirty="0"/>
              <a:t>Jest organizowany 1-wymiarowo. Mamy do dyspozycji pojemnik w którym w jednym wierszu/kolumnie układane są elementy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1816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Flex</a:t>
            </a:r>
            <a:r>
              <a:rPr lang="pl-PL" dirty="0"/>
              <a:t> </a:t>
            </a:r>
            <a:r>
              <a:rPr lang="pl-PL" dirty="0" err="1"/>
              <a:t>container</a:t>
            </a:r>
            <a:r>
              <a:rPr lang="pl-PL" dirty="0"/>
              <a:t> CSS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.</a:t>
            </a:r>
            <a:r>
              <a:rPr lang="pl-PL" sz="2000" dirty="0" err="1">
                <a:latin typeface="Consolas" panose="020B0609020204030204" pitchFamily="49" charset="0"/>
              </a:rPr>
              <a:t>container</a:t>
            </a:r>
            <a:r>
              <a:rPr lang="pl-PL" sz="20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	display: </a:t>
            </a:r>
            <a:r>
              <a:rPr lang="pl-PL" sz="2000" dirty="0" err="1">
                <a:latin typeface="Consolas" panose="020B0609020204030204" pitchFamily="49" charset="0"/>
              </a:rPr>
              <a:t>flex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inline-flex</a:t>
            </a: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93649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Flex</a:t>
            </a:r>
            <a:r>
              <a:rPr lang="pl-PL" dirty="0"/>
              <a:t> </a:t>
            </a:r>
            <a:r>
              <a:rPr lang="pl-PL" dirty="0" err="1"/>
              <a:t>container</a:t>
            </a:r>
            <a:r>
              <a:rPr lang="pl-PL" dirty="0"/>
              <a:t> CSS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56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.</a:t>
            </a:r>
            <a:r>
              <a:rPr lang="pl-PL" sz="2000" dirty="0" err="1">
                <a:latin typeface="Consolas" panose="020B0609020204030204" pitchFamily="49" charset="0"/>
              </a:rPr>
              <a:t>container</a:t>
            </a:r>
            <a:r>
              <a:rPr lang="pl-PL" sz="20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	</a:t>
            </a:r>
            <a:r>
              <a:rPr lang="pl-PL" sz="2000" dirty="0" err="1">
                <a:latin typeface="Consolas" panose="020B0609020204030204" pitchFamily="49" charset="0"/>
              </a:rPr>
              <a:t>flex-direction</a:t>
            </a:r>
            <a:r>
              <a:rPr lang="pl-PL" sz="2000" dirty="0">
                <a:latin typeface="Consolas" panose="020B0609020204030204" pitchFamily="49" charset="0"/>
              </a:rPr>
              <a:t>: </a:t>
            </a:r>
            <a:r>
              <a:rPr lang="pl-PL" sz="2000" dirty="0" err="1">
                <a:latin typeface="Consolas" panose="020B0609020204030204" pitchFamily="49" charset="0"/>
              </a:rPr>
              <a:t>row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row-reverse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column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column-reverse</a:t>
            </a: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}	</a:t>
            </a:r>
          </a:p>
          <a:p>
            <a:pPr marL="0" indent="0">
              <a:buNone/>
            </a:pP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l-PL" sz="2000" dirty="0">
              <a:latin typeface="Consolas" panose="020B0609020204030204" pitchFamily="49" charset="0"/>
            </a:endParaRPr>
          </a:p>
        </p:txBody>
      </p:sp>
      <p:sp>
        <p:nvSpPr>
          <p:cNvPr id="4" name="pole tekstowe 3"/>
          <p:cNvSpPr txBox="1"/>
          <p:nvPr/>
        </p:nvSpPr>
        <p:spPr>
          <a:xfrm flipH="1">
            <a:off x="883918" y="3572256"/>
            <a:ext cx="93451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Kierunek rozmieszczania elementów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row</a:t>
            </a:r>
            <a:r>
              <a:rPr lang="pl-PL" dirty="0"/>
              <a:t> – wiersz (dla </a:t>
            </a:r>
            <a:r>
              <a:rPr lang="pl-PL" dirty="0" err="1"/>
              <a:t>ltr</a:t>
            </a:r>
            <a:r>
              <a:rPr lang="pl-PL" dirty="0"/>
              <a:t> od lewej do prawej)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row-reverse</a:t>
            </a:r>
            <a:r>
              <a:rPr lang="pl-PL" dirty="0"/>
              <a:t> – wiersz (dla </a:t>
            </a:r>
            <a:r>
              <a:rPr lang="pl-PL" dirty="0" err="1"/>
              <a:t>ltr</a:t>
            </a:r>
            <a:r>
              <a:rPr lang="pl-PL" dirty="0"/>
              <a:t> od prawej do lewej)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column</a:t>
            </a:r>
            <a:r>
              <a:rPr lang="pl-PL" dirty="0"/>
              <a:t> – kolumna (od góry do dołu)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column-reverse</a:t>
            </a:r>
            <a:r>
              <a:rPr lang="pl-PL" dirty="0"/>
              <a:t> – kolumna (od dołu do góry)</a:t>
            </a:r>
          </a:p>
        </p:txBody>
      </p:sp>
    </p:spTree>
    <p:extLst>
      <p:ext uri="{BB962C8B-B14F-4D97-AF65-F5344CB8AC3E}">
        <p14:creationId xmlns:p14="http://schemas.microsoft.com/office/powerpoint/2010/main" val="170716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Flex</a:t>
            </a:r>
            <a:r>
              <a:rPr lang="pl-PL" dirty="0"/>
              <a:t> </a:t>
            </a:r>
            <a:r>
              <a:rPr lang="pl-PL" dirty="0" err="1"/>
              <a:t>container</a:t>
            </a:r>
            <a:r>
              <a:rPr lang="pl-PL" dirty="0"/>
              <a:t> CSS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56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.</a:t>
            </a:r>
            <a:r>
              <a:rPr lang="pl-PL" sz="2000" dirty="0" err="1">
                <a:latin typeface="Consolas" panose="020B0609020204030204" pitchFamily="49" charset="0"/>
              </a:rPr>
              <a:t>container</a:t>
            </a:r>
            <a:r>
              <a:rPr lang="pl-PL" sz="20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	</a:t>
            </a:r>
            <a:r>
              <a:rPr lang="pl-PL" sz="2000" dirty="0" err="1">
                <a:latin typeface="Consolas" panose="020B0609020204030204" pitchFamily="49" charset="0"/>
              </a:rPr>
              <a:t>flex-wrap</a:t>
            </a:r>
            <a:r>
              <a:rPr lang="pl-PL" sz="2000" dirty="0">
                <a:latin typeface="Consolas" panose="020B0609020204030204" pitchFamily="49" charset="0"/>
              </a:rPr>
              <a:t>; </a:t>
            </a:r>
            <a:r>
              <a:rPr lang="pl-PL" sz="2000" dirty="0" err="1">
                <a:latin typeface="Consolas" panose="020B0609020204030204" pitchFamily="49" charset="0"/>
              </a:rPr>
              <a:t>wrap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nowrap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wrap-reverse</a:t>
            </a: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}	</a:t>
            </a:r>
          </a:p>
          <a:p>
            <a:pPr marL="0" indent="0">
              <a:buNone/>
            </a:pP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l-PL" sz="2000" dirty="0">
              <a:latin typeface="Consolas" panose="020B0609020204030204" pitchFamily="49" charset="0"/>
            </a:endParaRPr>
          </a:p>
        </p:txBody>
      </p:sp>
      <p:sp>
        <p:nvSpPr>
          <p:cNvPr id="4" name="pole tekstowe 3"/>
          <p:cNvSpPr txBox="1"/>
          <p:nvPr/>
        </p:nvSpPr>
        <p:spPr>
          <a:xfrm flipH="1">
            <a:off x="883918" y="3572256"/>
            <a:ext cx="9345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Zawijanie elementów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nowrap</a:t>
            </a:r>
            <a:r>
              <a:rPr lang="pl-PL" dirty="0"/>
              <a:t> (</a:t>
            </a:r>
            <a:r>
              <a:rPr lang="pl-PL" dirty="0" err="1"/>
              <a:t>default</a:t>
            </a:r>
            <a:r>
              <a:rPr lang="pl-PL" dirty="0"/>
              <a:t>) – umieszczenie wszystkich </a:t>
            </a:r>
            <a:r>
              <a:rPr lang="pl-PL" dirty="0" err="1"/>
              <a:t>flexitems</a:t>
            </a:r>
            <a:r>
              <a:rPr lang="pl-PL" dirty="0"/>
              <a:t> w jednym wierszu/kolumnie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wrap</a:t>
            </a:r>
            <a:r>
              <a:rPr lang="pl-PL" dirty="0"/>
              <a:t> – zawijaj od góry do dołu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wrap-reverse</a:t>
            </a:r>
            <a:r>
              <a:rPr lang="pl-PL" dirty="0"/>
              <a:t> – zawijaj od dołu do góry</a:t>
            </a:r>
          </a:p>
        </p:txBody>
      </p:sp>
    </p:spTree>
    <p:extLst>
      <p:ext uri="{BB962C8B-B14F-4D97-AF65-F5344CB8AC3E}">
        <p14:creationId xmlns:p14="http://schemas.microsoft.com/office/powerpoint/2010/main" val="194020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Flex</a:t>
            </a:r>
            <a:r>
              <a:rPr lang="pl-PL" dirty="0"/>
              <a:t> </a:t>
            </a:r>
            <a:r>
              <a:rPr lang="pl-PL" dirty="0" err="1"/>
              <a:t>container</a:t>
            </a:r>
            <a:r>
              <a:rPr lang="pl-PL" dirty="0"/>
              <a:t> CSS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564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.</a:t>
            </a:r>
            <a:r>
              <a:rPr lang="pl-PL" sz="2000" dirty="0" err="1">
                <a:latin typeface="Consolas" panose="020B0609020204030204" pitchFamily="49" charset="0"/>
              </a:rPr>
              <a:t>container</a:t>
            </a:r>
            <a:r>
              <a:rPr lang="pl-PL" sz="20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	</a:t>
            </a:r>
            <a:r>
              <a:rPr lang="pl-PL" sz="2000" dirty="0" err="1">
                <a:latin typeface="Consolas" panose="020B0609020204030204" pitchFamily="49" charset="0"/>
              </a:rPr>
              <a:t>justify-content</a:t>
            </a:r>
            <a:r>
              <a:rPr lang="pl-PL" sz="2000" dirty="0">
                <a:latin typeface="Consolas" panose="020B0609020204030204" pitchFamily="49" charset="0"/>
              </a:rPr>
              <a:t>: </a:t>
            </a:r>
            <a:r>
              <a:rPr lang="pl-PL" sz="2000" dirty="0" err="1">
                <a:latin typeface="Consolas" panose="020B0609020204030204" pitchFamily="49" charset="0"/>
              </a:rPr>
              <a:t>flex</a:t>
            </a:r>
            <a:r>
              <a:rPr lang="pl-PL" sz="2000" dirty="0">
                <a:latin typeface="Consolas" panose="020B0609020204030204" pitchFamily="49" charset="0"/>
              </a:rPr>
              <a:t>-start | </a:t>
            </a:r>
            <a:r>
              <a:rPr lang="pl-PL" sz="2000" dirty="0" err="1">
                <a:latin typeface="Consolas" panose="020B0609020204030204" pitchFamily="49" charset="0"/>
              </a:rPr>
              <a:t>flex</a:t>
            </a:r>
            <a:r>
              <a:rPr lang="pl-PL" sz="2000" dirty="0">
                <a:latin typeface="Consolas" panose="020B0609020204030204" pitchFamily="49" charset="0"/>
              </a:rPr>
              <a:t>-end | </a:t>
            </a:r>
            <a:r>
              <a:rPr lang="pl-PL" sz="2000" dirty="0" err="1">
                <a:latin typeface="Consolas" panose="020B0609020204030204" pitchFamily="49" charset="0"/>
              </a:rPr>
              <a:t>center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space-between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space-around</a:t>
            </a: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}	</a:t>
            </a:r>
          </a:p>
          <a:p>
            <a:pPr marL="0" indent="0">
              <a:buNone/>
            </a:pP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l-PL" sz="2000" dirty="0">
              <a:latin typeface="Consolas" panose="020B0609020204030204" pitchFamily="49" charset="0"/>
            </a:endParaRPr>
          </a:p>
        </p:txBody>
      </p:sp>
      <p:sp>
        <p:nvSpPr>
          <p:cNvPr id="4" name="pole tekstowe 3"/>
          <p:cNvSpPr txBox="1"/>
          <p:nvPr/>
        </p:nvSpPr>
        <p:spPr>
          <a:xfrm flipH="1">
            <a:off x="883918" y="3572256"/>
            <a:ext cx="93451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Rozmieszczenie elementów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flex</a:t>
            </a:r>
            <a:r>
              <a:rPr lang="pl-PL" dirty="0"/>
              <a:t>-start – od lewej do prawej (dla </a:t>
            </a:r>
            <a:r>
              <a:rPr lang="pl-PL" dirty="0" err="1"/>
              <a:t>ltr</a:t>
            </a:r>
            <a:r>
              <a:rPr lang="pl-PL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flex</a:t>
            </a:r>
            <a:r>
              <a:rPr lang="pl-PL" dirty="0"/>
              <a:t>-end – od prawej do lewej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center</a:t>
            </a:r>
            <a:r>
              <a:rPr lang="pl-PL" dirty="0"/>
              <a:t> – na środku pojemnika (z </a:t>
            </a:r>
            <a:r>
              <a:rPr lang="pl-PL" dirty="0" err="1"/>
              <a:t>uwzgl</a:t>
            </a:r>
            <a:r>
              <a:rPr lang="pl-PL" dirty="0"/>
              <a:t>. szerokości elementów)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space-between</a:t>
            </a:r>
            <a:r>
              <a:rPr lang="pl-PL" dirty="0"/>
              <a:t> – stała szerokość pomiędzy elementami (od krawędzi do krawędzi pojemnika)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space-around</a:t>
            </a:r>
            <a:r>
              <a:rPr lang="pl-PL" dirty="0"/>
              <a:t> – j/w ale również z analogicznym odstępem od krawędzi pojemnika</a:t>
            </a:r>
          </a:p>
        </p:txBody>
      </p:sp>
    </p:spTree>
    <p:extLst>
      <p:ext uri="{BB962C8B-B14F-4D97-AF65-F5344CB8AC3E}">
        <p14:creationId xmlns:p14="http://schemas.microsoft.com/office/powerpoint/2010/main" val="3837204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Flex</a:t>
            </a:r>
            <a:r>
              <a:rPr lang="pl-PL" dirty="0"/>
              <a:t> </a:t>
            </a:r>
            <a:r>
              <a:rPr lang="pl-PL" dirty="0" err="1"/>
              <a:t>container</a:t>
            </a:r>
            <a:r>
              <a:rPr lang="pl-PL" dirty="0"/>
              <a:t> CSS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56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.</a:t>
            </a:r>
            <a:r>
              <a:rPr lang="pl-PL" sz="2000" dirty="0" err="1">
                <a:latin typeface="Consolas" panose="020B0609020204030204" pitchFamily="49" charset="0"/>
              </a:rPr>
              <a:t>container</a:t>
            </a:r>
            <a:r>
              <a:rPr lang="pl-PL" sz="20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	</a:t>
            </a:r>
            <a:r>
              <a:rPr lang="pl-PL" sz="2000" dirty="0" err="1">
                <a:latin typeface="Consolas" panose="020B0609020204030204" pitchFamily="49" charset="0"/>
              </a:rPr>
              <a:t>align-content</a:t>
            </a:r>
            <a:r>
              <a:rPr lang="pl-PL" sz="2000" dirty="0">
                <a:latin typeface="Consolas" panose="020B0609020204030204" pitchFamily="49" charset="0"/>
              </a:rPr>
              <a:t>: </a:t>
            </a:r>
            <a:r>
              <a:rPr lang="pl-PL" sz="2000" dirty="0" err="1">
                <a:latin typeface="Consolas" panose="020B0609020204030204" pitchFamily="49" charset="0"/>
              </a:rPr>
              <a:t>flex</a:t>
            </a:r>
            <a:r>
              <a:rPr lang="pl-PL" sz="2000" dirty="0">
                <a:latin typeface="Consolas" panose="020B0609020204030204" pitchFamily="49" charset="0"/>
              </a:rPr>
              <a:t>-start | </a:t>
            </a:r>
            <a:r>
              <a:rPr lang="pl-PL" sz="2000" dirty="0" err="1">
                <a:latin typeface="Consolas" panose="020B0609020204030204" pitchFamily="49" charset="0"/>
              </a:rPr>
              <a:t>flex</a:t>
            </a:r>
            <a:r>
              <a:rPr lang="pl-PL" sz="2000" dirty="0">
                <a:latin typeface="Consolas" panose="020B0609020204030204" pitchFamily="49" charset="0"/>
              </a:rPr>
              <a:t>-end | </a:t>
            </a:r>
            <a:r>
              <a:rPr lang="pl-PL" sz="2000" dirty="0" err="1">
                <a:latin typeface="Consolas" panose="020B0609020204030204" pitchFamily="49" charset="0"/>
              </a:rPr>
              <a:t>center</a:t>
            </a:r>
            <a:r>
              <a:rPr lang="pl-PL" sz="2000" dirty="0">
                <a:latin typeface="Consolas" panose="020B0609020204030204" pitchFamily="49" charset="0"/>
              </a:rPr>
              <a:t> | </a:t>
            </a:r>
            <a:r>
              <a:rPr lang="pl-PL" sz="2000" dirty="0" err="1">
                <a:latin typeface="Consolas" panose="020B0609020204030204" pitchFamily="49" charset="0"/>
              </a:rPr>
              <a:t>stretch</a:t>
            </a:r>
            <a:r>
              <a:rPr lang="pl-PL" sz="2000" dirty="0">
                <a:latin typeface="Consolas" panose="020B0609020204030204" pitchFamily="49" charset="0"/>
              </a:rPr>
              <a:t>| </a:t>
            </a:r>
            <a:r>
              <a:rPr lang="pl-PL" sz="2000" dirty="0" err="1">
                <a:latin typeface="Consolas" panose="020B0609020204030204" pitchFamily="49" charset="0"/>
              </a:rPr>
              <a:t>baseline</a:t>
            </a: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l-PL" sz="2000" dirty="0">
                <a:latin typeface="Consolas" panose="020B0609020204030204" pitchFamily="49" charset="0"/>
              </a:rPr>
              <a:t>}	</a:t>
            </a:r>
          </a:p>
          <a:p>
            <a:pPr marL="0" indent="0">
              <a:buNone/>
            </a:pPr>
            <a:endParaRPr lang="pl-PL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l-PL" sz="2000" dirty="0">
              <a:latin typeface="Consolas" panose="020B0609020204030204" pitchFamily="49" charset="0"/>
            </a:endParaRPr>
          </a:p>
        </p:txBody>
      </p:sp>
      <p:sp>
        <p:nvSpPr>
          <p:cNvPr id="4" name="pole tekstowe 3"/>
          <p:cNvSpPr txBox="1"/>
          <p:nvPr/>
        </p:nvSpPr>
        <p:spPr>
          <a:xfrm flipH="1">
            <a:off x="883918" y="3572256"/>
            <a:ext cx="93451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Wyrównanie elementów względem krawędzi pojemnika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flex</a:t>
            </a:r>
            <a:r>
              <a:rPr lang="pl-PL" dirty="0"/>
              <a:t>-start – górna krawędź elementów do górnej krawędzi pojemnika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flex</a:t>
            </a:r>
            <a:r>
              <a:rPr lang="pl-PL" dirty="0"/>
              <a:t>-end – dolna krawędź elementów do dolnej krawędzi pojemnika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center</a:t>
            </a:r>
            <a:r>
              <a:rPr lang="pl-PL" dirty="0"/>
              <a:t> – na środku pojemnika (z </a:t>
            </a:r>
            <a:r>
              <a:rPr lang="pl-PL" dirty="0" err="1"/>
              <a:t>uwzgl</a:t>
            </a:r>
            <a:r>
              <a:rPr lang="pl-PL" dirty="0"/>
              <a:t>. wysokości elementów)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stretch</a:t>
            </a:r>
            <a:r>
              <a:rPr lang="pl-PL" dirty="0"/>
              <a:t> (</a:t>
            </a:r>
            <a:r>
              <a:rPr lang="pl-PL" dirty="0" err="1"/>
              <a:t>default</a:t>
            </a:r>
            <a:r>
              <a:rPr lang="pl-PL" dirty="0"/>
              <a:t>) – rozciągnięcie elementów od góry do dołu pojemnika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baseline</a:t>
            </a:r>
            <a:r>
              <a:rPr lang="pl-PL" dirty="0"/>
              <a:t> – wyrównanie względem linii bazowej</a:t>
            </a:r>
          </a:p>
        </p:txBody>
      </p:sp>
    </p:spTree>
    <p:extLst>
      <p:ext uri="{BB962C8B-B14F-4D97-AF65-F5344CB8AC3E}">
        <p14:creationId xmlns:p14="http://schemas.microsoft.com/office/powerpoint/2010/main" val="32810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Źródła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hlinkClick r:id="rId2"/>
              </a:rPr>
              <a:t>https://css-tricks.com/snippets/css/a-guide-to-flexbox/</a:t>
            </a:r>
            <a:endParaRPr lang="pl-PL" dirty="0"/>
          </a:p>
          <a:p>
            <a:endParaRPr lang="pl-PL" dirty="0"/>
          </a:p>
          <a:p>
            <a:pPr marL="0" indent="0">
              <a:buNone/>
            </a:pPr>
            <a:r>
              <a:rPr lang="pl-PL" dirty="0"/>
              <a:t>Przykłady:</a:t>
            </a:r>
          </a:p>
          <a:p>
            <a:r>
              <a:rPr lang="pl-PL" dirty="0">
                <a:hlinkClick r:id="rId3"/>
              </a:rPr>
              <a:t>http://codepen.io/dudleystorey/pen/Kgofa</a:t>
            </a:r>
            <a:endParaRPr lang="pl-PL" dirty="0"/>
          </a:p>
          <a:p>
            <a:r>
              <a:rPr lang="pl-PL" dirty="0">
                <a:hlinkClick r:id="rId4"/>
              </a:rPr>
              <a:t>http://codepen.io/enxaneta/pen/adLPwv</a:t>
            </a:r>
            <a:r>
              <a:rPr lang="pl-PL" dirty="0"/>
              <a:t> (</a:t>
            </a:r>
            <a:r>
              <a:rPr lang="pl-PL" dirty="0" err="1"/>
              <a:t>best</a:t>
            </a:r>
            <a:r>
              <a:rPr lang="pl-PL" dirty="0"/>
              <a:t> show)</a:t>
            </a:r>
          </a:p>
          <a:p>
            <a:r>
              <a:rPr lang="pl-PL" dirty="0">
                <a:hlinkClick r:id="rId5"/>
              </a:rPr>
              <a:t>http://codepen.io/justd/pen/yydezN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8005144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348</Words>
  <Application>Microsoft Office PowerPoint</Application>
  <PresentationFormat>Panoramiczny</PresentationFormat>
  <Paragraphs>62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Motyw pakietu Office</vt:lpstr>
      <vt:lpstr>Flexbox</vt:lpstr>
      <vt:lpstr>Po co?</vt:lpstr>
      <vt:lpstr>Zasada działania </vt:lpstr>
      <vt:lpstr>Flex container CSS</vt:lpstr>
      <vt:lpstr>Flex container CSS</vt:lpstr>
      <vt:lpstr>Flex container CSS</vt:lpstr>
      <vt:lpstr>Flex container CSS</vt:lpstr>
      <vt:lpstr>Flex container CSS</vt:lpstr>
      <vt:lpstr>Źródła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creator>Ryszard Brzegowy</dc:creator>
  <cp:lastModifiedBy>Ryszard Brzegowy</cp:lastModifiedBy>
  <cp:revision>11</cp:revision>
  <dcterms:created xsi:type="dcterms:W3CDTF">2017-05-17T21:09:33Z</dcterms:created>
  <dcterms:modified xsi:type="dcterms:W3CDTF">2017-05-17T21:54:14Z</dcterms:modified>
</cp:coreProperties>
</file>